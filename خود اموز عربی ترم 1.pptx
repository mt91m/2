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6AB27-89C8-85E2-9562-82DDD2C04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ED82CD-6EC8-0411-BF3E-5BCBF7D796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2958A-7E7A-3FFC-3BC5-5E342FBD6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45E3-2A2C-4C64-B5D3-BC8B40087A3B}" type="datetimeFigureOut">
              <a:rPr lang="en-US" smtClean="0"/>
              <a:t>01/04/2026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BD9A1-10B0-9660-776B-829939A98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8A938-0834-AD15-5219-C0624F7BE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4B6B-A32C-41A6-82BD-A4C7176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199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6FE1A-ADD7-4F36-C05F-1D1A4B0A4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578E2-BC44-93EB-1DC1-9A16FA357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2755B-3173-5220-CF9E-8D7C758B0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45E3-2A2C-4C64-B5D3-BC8B40087A3B}" type="datetimeFigureOut">
              <a:rPr lang="en-US" smtClean="0"/>
              <a:t>01/04/2026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C60D2-428C-58E0-ECD5-48E9F945C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645BB-AC25-669B-DE44-583B59720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4B6B-A32C-41A6-82BD-A4C7176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552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E1DED-2B3F-DC25-75B4-42500AAB9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D0A40-8BE2-1C49-1E66-C8EB854CA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CD34E-36BB-1BBE-BE27-47E27CBAA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45E3-2A2C-4C64-B5D3-BC8B40087A3B}" type="datetimeFigureOut">
              <a:rPr lang="en-US" smtClean="0"/>
              <a:t>01/04/2026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F6044-7C01-A691-57DC-2E78303EC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605D6-9FA3-81CC-A14F-6980E2846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4B6B-A32C-41A6-82BD-A4C7176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03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6F28B-CE52-B19B-3172-4571C25A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1812C-770F-FB14-F3AE-B23CE0D8BE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E35C26-EB6B-4DAA-BD81-ECD27E0761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69BCB2-08FA-992E-ACA8-1E9E89D2A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45E3-2A2C-4C64-B5D3-BC8B40087A3B}" type="datetimeFigureOut">
              <a:rPr lang="en-US" smtClean="0"/>
              <a:t>01/04/2026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830A6-5523-BCF8-8235-D0C073AA2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C84FCA-66A8-3F49-8771-234088BD6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4B6B-A32C-41A6-82BD-A4C7176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62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5F224-8FFD-03FB-C702-FE4B3BA92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80C44-CD37-6528-D162-ED2204CFC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1A5F30-DB22-8FD2-7D3B-02EDF325D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D7799C-26E4-7A79-68BB-5DFB0DA99C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DBC6A6-EB06-48B3-7B2F-C73A7F86DF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3F1608-81FC-7C69-44DA-62C75A244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45E3-2A2C-4C64-B5D3-BC8B40087A3B}" type="datetimeFigureOut">
              <a:rPr lang="en-US" smtClean="0"/>
              <a:t>01/04/2026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0C73DF-E05F-0732-29D8-088F30FC9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F34789-8492-76BB-6563-803F5F5EB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4B6B-A32C-41A6-82BD-A4C7176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801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5998B-E169-0114-B320-46AC987EC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A80065-10D6-7C4D-304D-AA1DE0221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45E3-2A2C-4C64-B5D3-BC8B40087A3B}" type="datetimeFigureOut">
              <a:rPr lang="en-US" smtClean="0"/>
              <a:t>01/04/2026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CB35C2-A707-15EF-A00C-7696D59AD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AF4232-5192-2CA5-566F-0440FAFCC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4B6B-A32C-41A6-82BD-A4C7176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90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AA393-3805-35A7-0AD5-0052116D1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45E3-2A2C-4C64-B5D3-BC8B40087A3B}" type="datetimeFigureOut">
              <a:rPr lang="en-US" smtClean="0"/>
              <a:t>01/04/2026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AED27B-643D-5D12-C719-9FA044CE0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7040F-7F79-76E6-3F53-068C9F2B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4B6B-A32C-41A6-82BD-A4C7176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859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CACF4-EE58-BE6D-54D1-F308BDCB4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D5867-7EA7-C68F-02F5-471214E11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6CB8EE-26CB-B43D-36CD-DF3B4C2E9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BABCDF-8DF3-BDF0-F06D-2F4959883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45E3-2A2C-4C64-B5D3-BC8B40087A3B}" type="datetimeFigureOut">
              <a:rPr lang="en-US" smtClean="0"/>
              <a:t>01/04/2026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65B65F-6EB3-4B7D-2A90-B5D5C4987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75A9C-CF49-0132-B075-F02A45A41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4B6B-A32C-41A6-82BD-A4C7176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796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47A72-A62B-6B06-F225-2384F0EAD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3FCEB6-8558-4CA2-6445-23F9C6F106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4E22EB-B15D-4E7D-F191-7D9204FF6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E26474-73BB-832E-A327-40A40B06D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45E3-2A2C-4C64-B5D3-BC8B40087A3B}" type="datetimeFigureOut">
              <a:rPr lang="en-US" smtClean="0"/>
              <a:t>01/04/2026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08196-167A-122F-E014-50298CB7A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A32F5-4045-07A6-BBF5-20F16E3C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4B6B-A32C-41A6-82BD-A4C7176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160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4060F-FC2A-5E3F-6847-1AF234D53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8D0409-1276-8683-E36B-5F323AB0FA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551E5-846B-58C0-616A-2200602EC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45E3-2A2C-4C64-B5D3-BC8B40087A3B}" type="datetimeFigureOut">
              <a:rPr lang="en-US" smtClean="0"/>
              <a:t>01/04/2026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98375-D2EB-9222-1600-CFF0169A2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9A890-8293-076B-4166-6445BC9C5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4B6B-A32C-41A6-82BD-A4C7176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350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4E2183-28A5-68CC-AD31-B301B176DB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C0EAFB-F1B1-007E-71B9-06EEB34E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44D2D-7633-5F77-CB7C-EF3E0E476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45E3-2A2C-4C64-B5D3-BC8B40087A3B}" type="datetimeFigureOut">
              <a:rPr lang="en-US" smtClean="0"/>
              <a:t>01/04/2026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F14F4-DFEE-6D25-8BC7-9BDD28AA0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488B4-0986-F919-103D-617EE722C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4B6B-A32C-41A6-82BD-A4C7176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8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166DA9-D021-1A11-6085-F3ED69ABD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A584A-65A9-A498-3F90-AE503965C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31017-0DD3-A85B-423B-FD9346CDBD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A45E3-2A2C-4C64-B5D3-BC8B40087A3B}" type="datetimeFigureOut">
              <a:rPr lang="en-US" smtClean="0"/>
              <a:t>01/04/2026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602F1-F8D4-9CC3-EC54-A5B32C70BF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AF45E-1F20-6E99-59F1-63B5938B2C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074B6B-A32C-41A6-82BD-A4C7176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59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0C9EE-C912-19C7-608A-738D928666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/>
              <a:t>بسم الله الرحمن الرحیم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DB8FA5-7DA1-C60B-BD90-75ADD76BC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10404"/>
          </a:xfrm>
        </p:spPr>
        <p:txBody>
          <a:bodyPr>
            <a:normAutofit lnSpcReduction="10000"/>
          </a:bodyPr>
          <a:lstStyle/>
          <a:p>
            <a:r>
              <a:rPr lang="fa-IR" dirty="0"/>
              <a:t>خود آموز عربی هشتم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98F47E-5D34-84FD-81C9-38303FE3BCE4}"/>
              </a:ext>
            </a:extLst>
          </p:cNvPr>
          <p:cNvSpPr txBox="1"/>
          <p:nvPr/>
        </p:nvSpPr>
        <p:spPr>
          <a:xfrm>
            <a:off x="5668639" y="5254388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/>
              <a:t>بزن بریم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38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B0976-0ADF-D431-CF9D-F9D9BF5C9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/>
              <a:t>کلمات درس 1: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8713C9-5F62-AA06-9F51-89D961BAEF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25309" y="1690688"/>
            <a:ext cx="1056353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C6F938-3ACC-B369-C04E-037E15793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480" y="1690688"/>
            <a:ext cx="2370829" cy="4351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53A82B-AD9A-09AD-3C93-6D87D48A11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161" y="1690688"/>
            <a:ext cx="321620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399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335FE-53A9-360E-50DD-9040830CB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معنی درس اول: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BEF800-71AC-6BD5-57F3-31BD8FF3D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869" y="1690688"/>
            <a:ext cx="7621588" cy="373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517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5B819-426F-9708-2FD0-FB470BE5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fa-IR" dirty="0"/>
              <a:t>معنی خط به خط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0D3108-18C5-9678-DD20-8A1357AE8BDA}"/>
              </a:ext>
            </a:extLst>
          </p:cNvPr>
          <p:cNvSpPr txBox="1"/>
          <p:nvPr/>
        </p:nvSpPr>
        <p:spPr>
          <a:xfrm>
            <a:off x="1262743" y="2191657"/>
            <a:ext cx="100910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/>
              <a:t>یاداوری دروس کلاس هفتم</a:t>
            </a:r>
          </a:p>
          <a:p>
            <a:pPr algn="r" rtl="1"/>
            <a:r>
              <a:rPr lang="fa-IR" dirty="0"/>
              <a:t>سلام بر شما ای دانش آموزان</a:t>
            </a:r>
          </a:p>
          <a:p>
            <a:pPr algn="r" rtl="1"/>
            <a:r>
              <a:rPr lang="fa-IR" dirty="0"/>
              <a:t>سلام و خوش امدید به شما در کلاس هشتم</a:t>
            </a:r>
          </a:p>
          <a:p>
            <a:pPr algn="r" rtl="1"/>
            <a:r>
              <a:rPr lang="fa-IR" dirty="0"/>
              <a:t>حال شما چطور است؟</a:t>
            </a:r>
          </a:p>
          <a:p>
            <a:pPr algn="r" rtl="1"/>
            <a:r>
              <a:rPr lang="fa-IR" dirty="0"/>
              <a:t>سال تحصیلی جدید مبارک</a:t>
            </a:r>
          </a:p>
          <a:p>
            <a:pPr algn="r" rtl="1"/>
            <a:r>
              <a:rPr lang="fa-IR" dirty="0"/>
              <a:t>خداراشکر برای اینکه شما قادر هستید بر فهمیدن متن ها و عبارات ساده.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380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A8F77-504D-42D2-10C3-6F9DF866E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تمارین (اول در ذهن خودتان انجام دهید بعد نتیجه راببینید)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278750-BE01-DB7B-FE97-9ABB5DFC8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2502" y="1692978"/>
            <a:ext cx="2981325" cy="468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805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76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بسم الله الرحمن الرحیم</vt:lpstr>
      <vt:lpstr>کلمات درس 1:</vt:lpstr>
      <vt:lpstr>معنی درس اول:</vt:lpstr>
      <vt:lpstr>معنی خط به خط</vt:lpstr>
      <vt:lpstr>تمارین (اول در ذهن خودتان انجام دهید بعد نتیجه راببینید)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mahdi tn</dc:creator>
  <cp:lastModifiedBy>mahdi tn</cp:lastModifiedBy>
  <cp:revision>5</cp:revision>
  <dcterms:created xsi:type="dcterms:W3CDTF">2026-01-04T13:31:49Z</dcterms:created>
  <dcterms:modified xsi:type="dcterms:W3CDTF">2026-01-04T14:20:03Z</dcterms:modified>
</cp:coreProperties>
</file>